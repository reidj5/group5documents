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59" r:id="rId3"/>
    <p:sldId id="256" r:id="rId4"/>
    <p:sldId id="257" r:id="rId5"/>
    <p:sldId id="258"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mie Reid" initials="JR" lastIdx="1" clrIdx="0">
    <p:extLst>
      <p:ext uri="{19B8F6BF-5375-455C-9EA6-DF929625EA0E}">
        <p15:presenceInfo xmlns:p15="http://schemas.microsoft.com/office/powerpoint/2012/main" userId="Jamie Reid"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6" d="100"/>
          <a:sy n="76" d="100"/>
        </p:scale>
        <p:origin x="67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0D987-6257-44AC-B5E5-C7A63519E7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13D1D4-D93B-4DFF-A9D0-547A0F7B9B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F205FE-50B9-4A05-B9FE-F124E781D9CC}"/>
              </a:ext>
            </a:extLst>
          </p:cNvPr>
          <p:cNvSpPr>
            <a:spLocks noGrp="1"/>
          </p:cNvSpPr>
          <p:nvPr>
            <p:ph type="dt" sz="half" idx="10"/>
          </p:nvPr>
        </p:nvSpPr>
        <p:spPr/>
        <p:txBody>
          <a:bodyPr/>
          <a:lstStyle/>
          <a:p>
            <a:fld id="{2BE78DEA-EBD0-46B4-90F7-D801BA420372}" type="datetimeFigureOut">
              <a:rPr lang="en-US" smtClean="0"/>
              <a:t>3/6/2021</a:t>
            </a:fld>
            <a:endParaRPr lang="en-US"/>
          </a:p>
        </p:txBody>
      </p:sp>
      <p:sp>
        <p:nvSpPr>
          <p:cNvPr id="5" name="Footer Placeholder 4">
            <a:extLst>
              <a:ext uri="{FF2B5EF4-FFF2-40B4-BE49-F238E27FC236}">
                <a16:creationId xmlns:a16="http://schemas.microsoft.com/office/drawing/2014/main" id="{91481818-AAAD-4329-94E9-00D52DCE2D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1598BC-B37C-4D66-82B8-AA4BA1F3A0E1}"/>
              </a:ext>
            </a:extLst>
          </p:cNvPr>
          <p:cNvSpPr>
            <a:spLocks noGrp="1"/>
          </p:cNvSpPr>
          <p:nvPr>
            <p:ph type="sldNum" sz="quarter" idx="12"/>
          </p:nvPr>
        </p:nvSpPr>
        <p:spPr/>
        <p:txBody>
          <a:bodyPr/>
          <a:lstStyle/>
          <a:p>
            <a:fld id="{BF4C49D8-A4E3-411C-9C25-C17261FB8A92}" type="slidenum">
              <a:rPr lang="en-US" smtClean="0"/>
              <a:t>‹#›</a:t>
            </a:fld>
            <a:endParaRPr lang="en-US"/>
          </a:p>
        </p:txBody>
      </p:sp>
    </p:spTree>
    <p:extLst>
      <p:ext uri="{BB962C8B-B14F-4D97-AF65-F5344CB8AC3E}">
        <p14:creationId xmlns:p14="http://schemas.microsoft.com/office/powerpoint/2010/main" val="15504065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BA5B3-852F-4BB4-9753-D6579D171C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30C1F3-565E-451A-B858-F23A636477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C08F13-9F83-4841-AB4D-4FD352DD1FD2}"/>
              </a:ext>
            </a:extLst>
          </p:cNvPr>
          <p:cNvSpPr>
            <a:spLocks noGrp="1"/>
          </p:cNvSpPr>
          <p:nvPr>
            <p:ph type="dt" sz="half" idx="10"/>
          </p:nvPr>
        </p:nvSpPr>
        <p:spPr/>
        <p:txBody>
          <a:bodyPr/>
          <a:lstStyle/>
          <a:p>
            <a:fld id="{2BE78DEA-EBD0-46B4-90F7-D801BA420372}" type="datetimeFigureOut">
              <a:rPr lang="en-US" smtClean="0"/>
              <a:t>3/6/2021</a:t>
            </a:fld>
            <a:endParaRPr lang="en-US"/>
          </a:p>
        </p:txBody>
      </p:sp>
      <p:sp>
        <p:nvSpPr>
          <p:cNvPr id="5" name="Footer Placeholder 4">
            <a:extLst>
              <a:ext uri="{FF2B5EF4-FFF2-40B4-BE49-F238E27FC236}">
                <a16:creationId xmlns:a16="http://schemas.microsoft.com/office/drawing/2014/main" id="{5457007F-8266-4F59-96E4-811E2A9554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659741-76B3-4013-9167-1F486012B983}"/>
              </a:ext>
            </a:extLst>
          </p:cNvPr>
          <p:cNvSpPr>
            <a:spLocks noGrp="1"/>
          </p:cNvSpPr>
          <p:nvPr>
            <p:ph type="sldNum" sz="quarter" idx="12"/>
          </p:nvPr>
        </p:nvSpPr>
        <p:spPr/>
        <p:txBody>
          <a:bodyPr/>
          <a:lstStyle/>
          <a:p>
            <a:fld id="{BF4C49D8-A4E3-411C-9C25-C17261FB8A92}" type="slidenum">
              <a:rPr lang="en-US" smtClean="0"/>
              <a:t>‹#›</a:t>
            </a:fld>
            <a:endParaRPr lang="en-US"/>
          </a:p>
        </p:txBody>
      </p:sp>
    </p:spTree>
    <p:extLst>
      <p:ext uri="{BB962C8B-B14F-4D97-AF65-F5344CB8AC3E}">
        <p14:creationId xmlns:p14="http://schemas.microsoft.com/office/powerpoint/2010/main" val="274843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FD287-6633-4E5A-BE46-BBDF1861691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2B36722-A262-42B9-A96E-9C36584C3F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AC4481-C272-4C8F-A1F1-57B6FCED52F5}"/>
              </a:ext>
            </a:extLst>
          </p:cNvPr>
          <p:cNvSpPr>
            <a:spLocks noGrp="1"/>
          </p:cNvSpPr>
          <p:nvPr>
            <p:ph type="dt" sz="half" idx="10"/>
          </p:nvPr>
        </p:nvSpPr>
        <p:spPr/>
        <p:txBody>
          <a:bodyPr/>
          <a:lstStyle/>
          <a:p>
            <a:fld id="{2BE78DEA-EBD0-46B4-90F7-D801BA420372}" type="datetimeFigureOut">
              <a:rPr lang="en-US" smtClean="0"/>
              <a:t>3/6/2021</a:t>
            </a:fld>
            <a:endParaRPr lang="en-US"/>
          </a:p>
        </p:txBody>
      </p:sp>
      <p:sp>
        <p:nvSpPr>
          <p:cNvPr id="5" name="Footer Placeholder 4">
            <a:extLst>
              <a:ext uri="{FF2B5EF4-FFF2-40B4-BE49-F238E27FC236}">
                <a16:creationId xmlns:a16="http://schemas.microsoft.com/office/drawing/2014/main" id="{267110DE-C8AB-4573-8AFA-1FFD803530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8CB436-1FF5-4DC8-B952-6A701D4A0649}"/>
              </a:ext>
            </a:extLst>
          </p:cNvPr>
          <p:cNvSpPr>
            <a:spLocks noGrp="1"/>
          </p:cNvSpPr>
          <p:nvPr>
            <p:ph type="sldNum" sz="quarter" idx="12"/>
          </p:nvPr>
        </p:nvSpPr>
        <p:spPr/>
        <p:txBody>
          <a:bodyPr/>
          <a:lstStyle/>
          <a:p>
            <a:fld id="{BF4C49D8-A4E3-411C-9C25-C17261FB8A92}" type="slidenum">
              <a:rPr lang="en-US" smtClean="0"/>
              <a:t>‹#›</a:t>
            </a:fld>
            <a:endParaRPr lang="en-US"/>
          </a:p>
        </p:txBody>
      </p:sp>
    </p:spTree>
    <p:extLst>
      <p:ext uri="{BB962C8B-B14F-4D97-AF65-F5344CB8AC3E}">
        <p14:creationId xmlns:p14="http://schemas.microsoft.com/office/powerpoint/2010/main" val="878889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FCFA9-4276-4374-9B82-5F34916D92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B54CB1-5625-4872-BF05-3CBD70BF29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89AB618-2F2A-4F8F-9513-6257CC74C28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F8D51B-B186-4B0A-8908-2C8257692167}"/>
              </a:ext>
            </a:extLst>
          </p:cNvPr>
          <p:cNvSpPr>
            <a:spLocks noGrp="1"/>
          </p:cNvSpPr>
          <p:nvPr>
            <p:ph type="dt" sz="half" idx="10"/>
          </p:nvPr>
        </p:nvSpPr>
        <p:spPr/>
        <p:txBody>
          <a:bodyPr/>
          <a:lstStyle/>
          <a:p>
            <a:fld id="{2BE78DEA-EBD0-46B4-90F7-D801BA420372}" type="datetimeFigureOut">
              <a:rPr lang="en-US" smtClean="0"/>
              <a:t>3/6/2021</a:t>
            </a:fld>
            <a:endParaRPr lang="en-US"/>
          </a:p>
        </p:txBody>
      </p:sp>
      <p:sp>
        <p:nvSpPr>
          <p:cNvPr id="6" name="Footer Placeholder 5">
            <a:extLst>
              <a:ext uri="{FF2B5EF4-FFF2-40B4-BE49-F238E27FC236}">
                <a16:creationId xmlns:a16="http://schemas.microsoft.com/office/drawing/2014/main" id="{CABD6470-E6C1-42F5-B8E5-3EE1B84B6B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144A85-E1FD-452A-8596-23B585C3506A}"/>
              </a:ext>
            </a:extLst>
          </p:cNvPr>
          <p:cNvSpPr>
            <a:spLocks noGrp="1"/>
          </p:cNvSpPr>
          <p:nvPr>
            <p:ph type="sldNum" sz="quarter" idx="12"/>
          </p:nvPr>
        </p:nvSpPr>
        <p:spPr/>
        <p:txBody>
          <a:bodyPr/>
          <a:lstStyle/>
          <a:p>
            <a:fld id="{BF4C49D8-A4E3-411C-9C25-C17261FB8A92}" type="slidenum">
              <a:rPr lang="en-US" smtClean="0"/>
              <a:t>‹#›</a:t>
            </a:fld>
            <a:endParaRPr lang="en-US"/>
          </a:p>
        </p:txBody>
      </p:sp>
    </p:spTree>
    <p:extLst>
      <p:ext uri="{BB962C8B-B14F-4D97-AF65-F5344CB8AC3E}">
        <p14:creationId xmlns:p14="http://schemas.microsoft.com/office/powerpoint/2010/main" val="1851011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381D7-07BC-49A6-9884-24A3A93EEE3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649860-435D-494A-B694-E7D471166B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5DD411-3C21-4782-A766-961EBDCD012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5794777-6ECF-4214-B123-B63E4FCDA7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47AB19-5A0A-4783-BFBF-8A10BB4DF6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9517C8D-A10A-4B3E-B0EF-22F26467057A}"/>
              </a:ext>
            </a:extLst>
          </p:cNvPr>
          <p:cNvSpPr>
            <a:spLocks noGrp="1"/>
          </p:cNvSpPr>
          <p:nvPr>
            <p:ph type="dt" sz="half" idx="10"/>
          </p:nvPr>
        </p:nvSpPr>
        <p:spPr/>
        <p:txBody>
          <a:bodyPr/>
          <a:lstStyle/>
          <a:p>
            <a:fld id="{2BE78DEA-EBD0-46B4-90F7-D801BA420372}" type="datetimeFigureOut">
              <a:rPr lang="en-US" smtClean="0"/>
              <a:t>3/6/2021</a:t>
            </a:fld>
            <a:endParaRPr lang="en-US"/>
          </a:p>
        </p:txBody>
      </p:sp>
      <p:sp>
        <p:nvSpPr>
          <p:cNvPr id="8" name="Footer Placeholder 7">
            <a:extLst>
              <a:ext uri="{FF2B5EF4-FFF2-40B4-BE49-F238E27FC236}">
                <a16:creationId xmlns:a16="http://schemas.microsoft.com/office/drawing/2014/main" id="{9EC21021-F01C-4545-A368-E48190584F2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A7397B-2B86-466D-BB84-A0B4781672CB}"/>
              </a:ext>
            </a:extLst>
          </p:cNvPr>
          <p:cNvSpPr>
            <a:spLocks noGrp="1"/>
          </p:cNvSpPr>
          <p:nvPr>
            <p:ph type="sldNum" sz="quarter" idx="12"/>
          </p:nvPr>
        </p:nvSpPr>
        <p:spPr/>
        <p:txBody>
          <a:bodyPr/>
          <a:lstStyle/>
          <a:p>
            <a:fld id="{BF4C49D8-A4E3-411C-9C25-C17261FB8A92}" type="slidenum">
              <a:rPr lang="en-US" smtClean="0"/>
              <a:t>‹#›</a:t>
            </a:fld>
            <a:endParaRPr lang="en-US"/>
          </a:p>
        </p:txBody>
      </p:sp>
    </p:spTree>
    <p:extLst>
      <p:ext uri="{BB962C8B-B14F-4D97-AF65-F5344CB8AC3E}">
        <p14:creationId xmlns:p14="http://schemas.microsoft.com/office/powerpoint/2010/main" val="6834774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6E4-E3E1-4592-AD74-51B444CD6B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D64E618-102E-4FE5-993C-59EB59E05515}"/>
              </a:ext>
            </a:extLst>
          </p:cNvPr>
          <p:cNvSpPr>
            <a:spLocks noGrp="1"/>
          </p:cNvSpPr>
          <p:nvPr>
            <p:ph type="dt" sz="half" idx="10"/>
          </p:nvPr>
        </p:nvSpPr>
        <p:spPr/>
        <p:txBody>
          <a:bodyPr/>
          <a:lstStyle/>
          <a:p>
            <a:fld id="{2BE78DEA-EBD0-46B4-90F7-D801BA420372}" type="datetimeFigureOut">
              <a:rPr lang="en-US" smtClean="0"/>
              <a:t>3/6/2021</a:t>
            </a:fld>
            <a:endParaRPr lang="en-US"/>
          </a:p>
        </p:txBody>
      </p:sp>
      <p:sp>
        <p:nvSpPr>
          <p:cNvPr id="4" name="Footer Placeholder 3">
            <a:extLst>
              <a:ext uri="{FF2B5EF4-FFF2-40B4-BE49-F238E27FC236}">
                <a16:creationId xmlns:a16="http://schemas.microsoft.com/office/drawing/2014/main" id="{2B6DF3B9-EB69-4878-8FDD-48F09C5AA90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4D40A4-DAF8-490A-9BEC-8B32F68B7F17}"/>
              </a:ext>
            </a:extLst>
          </p:cNvPr>
          <p:cNvSpPr>
            <a:spLocks noGrp="1"/>
          </p:cNvSpPr>
          <p:nvPr>
            <p:ph type="sldNum" sz="quarter" idx="12"/>
          </p:nvPr>
        </p:nvSpPr>
        <p:spPr/>
        <p:txBody>
          <a:bodyPr/>
          <a:lstStyle/>
          <a:p>
            <a:fld id="{BF4C49D8-A4E3-411C-9C25-C17261FB8A92}" type="slidenum">
              <a:rPr lang="en-US" smtClean="0"/>
              <a:t>‹#›</a:t>
            </a:fld>
            <a:endParaRPr lang="en-US"/>
          </a:p>
        </p:txBody>
      </p:sp>
    </p:spTree>
    <p:extLst>
      <p:ext uri="{BB962C8B-B14F-4D97-AF65-F5344CB8AC3E}">
        <p14:creationId xmlns:p14="http://schemas.microsoft.com/office/powerpoint/2010/main" val="2027480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68E672-D7FD-49B5-8008-96068DDCD347}"/>
              </a:ext>
            </a:extLst>
          </p:cNvPr>
          <p:cNvSpPr>
            <a:spLocks noGrp="1"/>
          </p:cNvSpPr>
          <p:nvPr>
            <p:ph type="dt" sz="half" idx="10"/>
          </p:nvPr>
        </p:nvSpPr>
        <p:spPr/>
        <p:txBody>
          <a:bodyPr/>
          <a:lstStyle/>
          <a:p>
            <a:fld id="{2BE78DEA-EBD0-46B4-90F7-D801BA420372}" type="datetimeFigureOut">
              <a:rPr lang="en-US" smtClean="0"/>
              <a:t>3/6/2021</a:t>
            </a:fld>
            <a:endParaRPr lang="en-US"/>
          </a:p>
        </p:txBody>
      </p:sp>
      <p:sp>
        <p:nvSpPr>
          <p:cNvPr id="3" name="Footer Placeholder 2">
            <a:extLst>
              <a:ext uri="{FF2B5EF4-FFF2-40B4-BE49-F238E27FC236}">
                <a16:creationId xmlns:a16="http://schemas.microsoft.com/office/drawing/2014/main" id="{A2ACE52D-3CD0-4843-AEE6-07605ADC377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0C19DF7-C102-479E-B186-F0000B943C8D}"/>
              </a:ext>
            </a:extLst>
          </p:cNvPr>
          <p:cNvSpPr>
            <a:spLocks noGrp="1"/>
          </p:cNvSpPr>
          <p:nvPr>
            <p:ph type="sldNum" sz="quarter" idx="12"/>
          </p:nvPr>
        </p:nvSpPr>
        <p:spPr/>
        <p:txBody>
          <a:bodyPr/>
          <a:lstStyle/>
          <a:p>
            <a:fld id="{BF4C49D8-A4E3-411C-9C25-C17261FB8A92}" type="slidenum">
              <a:rPr lang="en-US" smtClean="0"/>
              <a:t>‹#›</a:t>
            </a:fld>
            <a:endParaRPr lang="en-US"/>
          </a:p>
        </p:txBody>
      </p:sp>
    </p:spTree>
    <p:extLst>
      <p:ext uri="{BB962C8B-B14F-4D97-AF65-F5344CB8AC3E}">
        <p14:creationId xmlns:p14="http://schemas.microsoft.com/office/powerpoint/2010/main" val="627407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0177F-0E5F-4EAA-827D-4D4E681C4E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49FA889-0574-4302-9D6A-3736B556A6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189A369-75AE-41E9-81AF-928EDB5ABB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4C3E58-6E76-4CB4-AFA7-ECFAD7FDC1EC}"/>
              </a:ext>
            </a:extLst>
          </p:cNvPr>
          <p:cNvSpPr>
            <a:spLocks noGrp="1"/>
          </p:cNvSpPr>
          <p:nvPr>
            <p:ph type="dt" sz="half" idx="10"/>
          </p:nvPr>
        </p:nvSpPr>
        <p:spPr/>
        <p:txBody>
          <a:bodyPr/>
          <a:lstStyle/>
          <a:p>
            <a:fld id="{2BE78DEA-EBD0-46B4-90F7-D801BA420372}" type="datetimeFigureOut">
              <a:rPr lang="en-US" smtClean="0"/>
              <a:t>3/6/2021</a:t>
            </a:fld>
            <a:endParaRPr lang="en-US"/>
          </a:p>
        </p:txBody>
      </p:sp>
      <p:sp>
        <p:nvSpPr>
          <p:cNvPr id="6" name="Footer Placeholder 5">
            <a:extLst>
              <a:ext uri="{FF2B5EF4-FFF2-40B4-BE49-F238E27FC236}">
                <a16:creationId xmlns:a16="http://schemas.microsoft.com/office/drawing/2014/main" id="{B1B4D6B6-A25E-4D7A-BD14-7D3BC503EF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654F37-A589-481D-9F68-6F11A333DA9D}"/>
              </a:ext>
            </a:extLst>
          </p:cNvPr>
          <p:cNvSpPr>
            <a:spLocks noGrp="1"/>
          </p:cNvSpPr>
          <p:nvPr>
            <p:ph type="sldNum" sz="quarter" idx="12"/>
          </p:nvPr>
        </p:nvSpPr>
        <p:spPr/>
        <p:txBody>
          <a:bodyPr/>
          <a:lstStyle/>
          <a:p>
            <a:fld id="{BF4C49D8-A4E3-411C-9C25-C17261FB8A92}" type="slidenum">
              <a:rPr lang="en-US" smtClean="0"/>
              <a:t>‹#›</a:t>
            </a:fld>
            <a:endParaRPr lang="en-US"/>
          </a:p>
        </p:txBody>
      </p:sp>
    </p:spTree>
    <p:extLst>
      <p:ext uri="{BB962C8B-B14F-4D97-AF65-F5344CB8AC3E}">
        <p14:creationId xmlns:p14="http://schemas.microsoft.com/office/powerpoint/2010/main" val="4054282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9E1AA-8610-4844-8DCF-C344CCADD7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30BD2F-B7F3-4172-BC9E-C3A712FDD4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CBC54A3-A056-4266-8EF0-511C42D833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B51C16-FAF2-4C46-A24F-D6B5073E8E8A}"/>
              </a:ext>
            </a:extLst>
          </p:cNvPr>
          <p:cNvSpPr>
            <a:spLocks noGrp="1"/>
          </p:cNvSpPr>
          <p:nvPr>
            <p:ph type="dt" sz="half" idx="10"/>
          </p:nvPr>
        </p:nvSpPr>
        <p:spPr/>
        <p:txBody>
          <a:bodyPr/>
          <a:lstStyle/>
          <a:p>
            <a:fld id="{2BE78DEA-EBD0-46B4-90F7-D801BA420372}" type="datetimeFigureOut">
              <a:rPr lang="en-US" smtClean="0"/>
              <a:t>3/6/2021</a:t>
            </a:fld>
            <a:endParaRPr lang="en-US"/>
          </a:p>
        </p:txBody>
      </p:sp>
      <p:sp>
        <p:nvSpPr>
          <p:cNvPr id="6" name="Footer Placeholder 5">
            <a:extLst>
              <a:ext uri="{FF2B5EF4-FFF2-40B4-BE49-F238E27FC236}">
                <a16:creationId xmlns:a16="http://schemas.microsoft.com/office/drawing/2014/main" id="{3381C812-801D-4216-950E-F0AE798524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70F165-06A5-424D-AA2A-30C71699FF72}"/>
              </a:ext>
            </a:extLst>
          </p:cNvPr>
          <p:cNvSpPr>
            <a:spLocks noGrp="1"/>
          </p:cNvSpPr>
          <p:nvPr>
            <p:ph type="sldNum" sz="quarter" idx="12"/>
          </p:nvPr>
        </p:nvSpPr>
        <p:spPr/>
        <p:txBody>
          <a:bodyPr/>
          <a:lstStyle/>
          <a:p>
            <a:fld id="{BF4C49D8-A4E3-411C-9C25-C17261FB8A92}" type="slidenum">
              <a:rPr lang="en-US" smtClean="0"/>
              <a:t>‹#›</a:t>
            </a:fld>
            <a:endParaRPr lang="en-US"/>
          </a:p>
        </p:txBody>
      </p:sp>
    </p:spTree>
    <p:extLst>
      <p:ext uri="{BB962C8B-B14F-4D97-AF65-F5344CB8AC3E}">
        <p14:creationId xmlns:p14="http://schemas.microsoft.com/office/powerpoint/2010/main" val="36097596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99402-C79F-4690-AC12-0DFB82FB93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5EE3D2C-7032-4A49-B466-6AD5F80521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22B218-0CD9-46A6-9E01-62070B6446E1}"/>
              </a:ext>
            </a:extLst>
          </p:cNvPr>
          <p:cNvSpPr>
            <a:spLocks noGrp="1"/>
          </p:cNvSpPr>
          <p:nvPr>
            <p:ph type="dt" sz="half" idx="10"/>
          </p:nvPr>
        </p:nvSpPr>
        <p:spPr/>
        <p:txBody>
          <a:bodyPr/>
          <a:lstStyle/>
          <a:p>
            <a:fld id="{2BE78DEA-EBD0-46B4-90F7-D801BA420372}" type="datetimeFigureOut">
              <a:rPr lang="en-US" smtClean="0"/>
              <a:t>3/6/2021</a:t>
            </a:fld>
            <a:endParaRPr lang="en-US"/>
          </a:p>
        </p:txBody>
      </p:sp>
      <p:sp>
        <p:nvSpPr>
          <p:cNvPr id="5" name="Footer Placeholder 4">
            <a:extLst>
              <a:ext uri="{FF2B5EF4-FFF2-40B4-BE49-F238E27FC236}">
                <a16:creationId xmlns:a16="http://schemas.microsoft.com/office/drawing/2014/main" id="{2A92AE42-55C0-47AD-A035-5EFF6B93F1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E61F73-38F4-4D64-B053-B4E18E086EEE}"/>
              </a:ext>
            </a:extLst>
          </p:cNvPr>
          <p:cNvSpPr>
            <a:spLocks noGrp="1"/>
          </p:cNvSpPr>
          <p:nvPr>
            <p:ph type="sldNum" sz="quarter" idx="12"/>
          </p:nvPr>
        </p:nvSpPr>
        <p:spPr/>
        <p:txBody>
          <a:bodyPr/>
          <a:lstStyle/>
          <a:p>
            <a:fld id="{BF4C49D8-A4E3-411C-9C25-C17261FB8A92}" type="slidenum">
              <a:rPr lang="en-US" smtClean="0"/>
              <a:t>‹#›</a:t>
            </a:fld>
            <a:endParaRPr lang="en-US"/>
          </a:p>
        </p:txBody>
      </p:sp>
    </p:spTree>
    <p:extLst>
      <p:ext uri="{BB962C8B-B14F-4D97-AF65-F5344CB8AC3E}">
        <p14:creationId xmlns:p14="http://schemas.microsoft.com/office/powerpoint/2010/main" val="4013417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3BA8F9-BEE6-4322-89A7-E665EC9A9F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3507D95-1EF6-4B9E-B951-63FF5C3959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E21C5B-88D7-4DEF-A0CA-353521997850}"/>
              </a:ext>
            </a:extLst>
          </p:cNvPr>
          <p:cNvSpPr>
            <a:spLocks noGrp="1"/>
          </p:cNvSpPr>
          <p:nvPr>
            <p:ph type="dt" sz="half" idx="10"/>
          </p:nvPr>
        </p:nvSpPr>
        <p:spPr/>
        <p:txBody>
          <a:bodyPr/>
          <a:lstStyle/>
          <a:p>
            <a:fld id="{2BE78DEA-EBD0-46B4-90F7-D801BA420372}" type="datetimeFigureOut">
              <a:rPr lang="en-US" smtClean="0"/>
              <a:t>3/6/2021</a:t>
            </a:fld>
            <a:endParaRPr lang="en-US"/>
          </a:p>
        </p:txBody>
      </p:sp>
      <p:sp>
        <p:nvSpPr>
          <p:cNvPr id="5" name="Footer Placeholder 4">
            <a:extLst>
              <a:ext uri="{FF2B5EF4-FFF2-40B4-BE49-F238E27FC236}">
                <a16:creationId xmlns:a16="http://schemas.microsoft.com/office/drawing/2014/main" id="{C1FFE3E0-181B-4A15-8C9C-A4069DB5CE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A05989-1268-4B00-BC8A-D6022BD78413}"/>
              </a:ext>
            </a:extLst>
          </p:cNvPr>
          <p:cNvSpPr>
            <a:spLocks noGrp="1"/>
          </p:cNvSpPr>
          <p:nvPr>
            <p:ph type="sldNum" sz="quarter" idx="12"/>
          </p:nvPr>
        </p:nvSpPr>
        <p:spPr/>
        <p:txBody>
          <a:bodyPr/>
          <a:lstStyle/>
          <a:p>
            <a:fld id="{BF4C49D8-A4E3-411C-9C25-C17261FB8A92}" type="slidenum">
              <a:rPr lang="en-US" smtClean="0"/>
              <a:t>‹#›</a:t>
            </a:fld>
            <a:endParaRPr lang="en-US"/>
          </a:p>
        </p:txBody>
      </p:sp>
    </p:spTree>
    <p:extLst>
      <p:ext uri="{BB962C8B-B14F-4D97-AF65-F5344CB8AC3E}">
        <p14:creationId xmlns:p14="http://schemas.microsoft.com/office/powerpoint/2010/main" val="3164540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C20C92-337E-4514-9865-0F612FCEEC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E197580-CDE0-4E2B-878D-C5EB8CBF37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3A8663-F66E-4148-946B-AB3287D322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E78DEA-EBD0-46B4-90F7-D801BA420372}" type="datetimeFigureOut">
              <a:rPr lang="en-US" smtClean="0"/>
              <a:t>3/6/2021</a:t>
            </a:fld>
            <a:endParaRPr lang="en-US"/>
          </a:p>
        </p:txBody>
      </p:sp>
      <p:sp>
        <p:nvSpPr>
          <p:cNvPr id="5" name="Footer Placeholder 4">
            <a:extLst>
              <a:ext uri="{FF2B5EF4-FFF2-40B4-BE49-F238E27FC236}">
                <a16:creationId xmlns:a16="http://schemas.microsoft.com/office/drawing/2014/main" id="{E10F7115-CC75-42CD-AFAD-FE2272A32C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F353D68-DEBB-4131-8C91-219873E1DC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4C49D8-A4E3-411C-9C25-C17261FB8A92}" type="slidenum">
              <a:rPr lang="en-US" smtClean="0"/>
              <a:t>‹#›</a:t>
            </a:fld>
            <a:endParaRPr lang="en-US"/>
          </a:p>
        </p:txBody>
      </p:sp>
    </p:spTree>
    <p:extLst>
      <p:ext uri="{BB962C8B-B14F-4D97-AF65-F5344CB8AC3E}">
        <p14:creationId xmlns:p14="http://schemas.microsoft.com/office/powerpoint/2010/main" val="1877510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CF404-ABC7-483A-9B74-005B22598F2C}"/>
              </a:ext>
            </a:extLst>
          </p:cNvPr>
          <p:cNvSpPr>
            <a:spLocks noGrp="1"/>
          </p:cNvSpPr>
          <p:nvPr>
            <p:ph type="title"/>
          </p:nvPr>
        </p:nvSpPr>
        <p:spPr/>
        <p:txBody>
          <a:bodyPr/>
          <a:lstStyle/>
          <a:p>
            <a:r>
              <a:rPr lang="en-US" dirty="0"/>
              <a:t>Project Pirate Island</a:t>
            </a:r>
          </a:p>
        </p:txBody>
      </p:sp>
      <p:sp>
        <p:nvSpPr>
          <p:cNvPr id="3" name="Content Placeholder 2">
            <a:extLst>
              <a:ext uri="{FF2B5EF4-FFF2-40B4-BE49-F238E27FC236}">
                <a16:creationId xmlns:a16="http://schemas.microsoft.com/office/drawing/2014/main" id="{002DEDEB-B32E-463D-9F15-C7A7A1B17DBF}"/>
              </a:ext>
            </a:extLst>
          </p:cNvPr>
          <p:cNvSpPr>
            <a:spLocks noGrp="1"/>
          </p:cNvSpPr>
          <p:nvPr>
            <p:ph idx="1"/>
          </p:nvPr>
        </p:nvSpPr>
        <p:spPr/>
        <p:txBody>
          <a:bodyPr/>
          <a:lstStyle/>
          <a:p>
            <a:pPr marL="0" indent="0">
              <a:buNone/>
            </a:pPr>
            <a:r>
              <a:rPr lang="en-US" dirty="0"/>
              <a:t>Jamie Reid’s Use Case Diagram and Flowcharts</a:t>
            </a:r>
          </a:p>
          <a:p>
            <a:r>
              <a:rPr lang="en-US" dirty="0"/>
              <a:t>Use Case Diagram</a:t>
            </a:r>
          </a:p>
          <a:p>
            <a:r>
              <a:rPr lang="en-US" dirty="0"/>
              <a:t>Flow Charts</a:t>
            </a:r>
          </a:p>
          <a:p>
            <a:pPr lvl="1"/>
            <a:r>
              <a:rPr lang="en-US" dirty="0"/>
              <a:t>Stag AI Flowchart</a:t>
            </a:r>
          </a:p>
          <a:p>
            <a:pPr lvl="1"/>
            <a:r>
              <a:rPr lang="en-US" dirty="0"/>
              <a:t>Door Opening Flowchart</a:t>
            </a:r>
          </a:p>
          <a:p>
            <a:pPr lvl="1"/>
            <a:r>
              <a:rPr lang="en-US" dirty="0"/>
              <a:t>Save/Load Game Flowchart</a:t>
            </a:r>
          </a:p>
          <a:p>
            <a:pPr lvl="1"/>
            <a:endParaRPr lang="en-US" dirty="0"/>
          </a:p>
        </p:txBody>
      </p:sp>
    </p:spTree>
    <p:extLst>
      <p:ext uri="{BB962C8B-B14F-4D97-AF65-F5344CB8AC3E}">
        <p14:creationId xmlns:p14="http://schemas.microsoft.com/office/powerpoint/2010/main" val="14483348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iagram&#10;&#10;Description automatically generated">
            <a:extLst>
              <a:ext uri="{FF2B5EF4-FFF2-40B4-BE49-F238E27FC236}">
                <a16:creationId xmlns:a16="http://schemas.microsoft.com/office/drawing/2014/main" id="{78C785F2-BB91-4AA9-B0A9-80429ACDE7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8957" y="61942"/>
            <a:ext cx="9476365" cy="6596484"/>
          </a:xfrm>
          <a:prstGeom prst="rect">
            <a:avLst/>
          </a:prstGeom>
        </p:spPr>
      </p:pic>
    </p:spTree>
    <p:extLst>
      <p:ext uri="{BB962C8B-B14F-4D97-AF65-F5344CB8AC3E}">
        <p14:creationId xmlns:p14="http://schemas.microsoft.com/office/powerpoint/2010/main" val="42649711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 box and whisker chart&#10;&#10;Description automatically generated">
            <a:extLst>
              <a:ext uri="{FF2B5EF4-FFF2-40B4-BE49-F238E27FC236}">
                <a16:creationId xmlns:a16="http://schemas.microsoft.com/office/drawing/2014/main" id="{1F5F5533-2BBA-4196-916B-E317A04618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9486" y="155767"/>
            <a:ext cx="10870432" cy="6546465"/>
          </a:xfrm>
          <a:prstGeom prst="rect">
            <a:avLst/>
          </a:prstGeom>
        </p:spPr>
      </p:pic>
    </p:spTree>
    <p:extLst>
      <p:ext uri="{BB962C8B-B14F-4D97-AF65-F5344CB8AC3E}">
        <p14:creationId xmlns:p14="http://schemas.microsoft.com/office/powerpoint/2010/main" val="20907604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iagram&#10;&#10;Description automatically generated">
            <a:extLst>
              <a:ext uri="{FF2B5EF4-FFF2-40B4-BE49-F238E27FC236}">
                <a16:creationId xmlns:a16="http://schemas.microsoft.com/office/drawing/2014/main" id="{C3007843-71B2-446B-A69D-260F60F8E9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0179" y="282468"/>
            <a:ext cx="8742783" cy="6215671"/>
          </a:xfrm>
          <a:prstGeom prst="rect">
            <a:avLst/>
          </a:prstGeom>
        </p:spPr>
      </p:pic>
    </p:spTree>
    <p:extLst>
      <p:ext uri="{BB962C8B-B14F-4D97-AF65-F5344CB8AC3E}">
        <p14:creationId xmlns:p14="http://schemas.microsoft.com/office/powerpoint/2010/main" val="613074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Diagram&#10;&#10;Description automatically generated">
            <a:extLst>
              <a:ext uri="{FF2B5EF4-FFF2-40B4-BE49-F238E27FC236}">
                <a16:creationId xmlns:a16="http://schemas.microsoft.com/office/drawing/2014/main" id="{40518EA1-5754-4CBC-B427-5236044E27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3361" y="14081"/>
            <a:ext cx="9502447" cy="6582424"/>
          </a:xfrm>
          <a:prstGeom prst="rect">
            <a:avLst/>
          </a:prstGeom>
        </p:spPr>
      </p:pic>
    </p:spTree>
    <p:extLst>
      <p:ext uri="{BB962C8B-B14F-4D97-AF65-F5344CB8AC3E}">
        <p14:creationId xmlns:p14="http://schemas.microsoft.com/office/powerpoint/2010/main" val="704828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0F678-3DA0-4495-A54D-1531D8121926}"/>
              </a:ext>
            </a:extLst>
          </p:cNvPr>
          <p:cNvSpPr>
            <a:spLocks noGrp="1"/>
          </p:cNvSpPr>
          <p:nvPr>
            <p:ph type="title"/>
          </p:nvPr>
        </p:nvSpPr>
        <p:spPr/>
        <p:txBody>
          <a:bodyPr/>
          <a:lstStyle/>
          <a:p>
            <a:r>
              <a:rPr lang="en-US" dirty="0"/>
              <a:t>Polly</a:t>
            </a:r>
          </a:p>
        </p:txBody>
      </p:sp>
      <p:pic>
        <p:nvPicPr>
          <p:cNvPr id="5" name="Picture 4">
            <a:extLst>
              <a:ext uri="{FF2B5EF4-FFF2-40B4-BE49-F238E27FC236}">
                <a16:creationId xmlns:a16="http://schemas.microsoft.com/office/drawing/2014/main" id="{633E9231-BED0-4EE5-9B79-4B4E771AD83B}"/>
              </a:ext>
            </a:extLst>
          </p:cNvPr>
          <p:cNvPicPr>
            <a:picLocks noChangeAspect="1"/>
          </p:cNvPicPr>
          <p:nvPr/>
        </p:nvPicPr>
        <p:blipFill>
          <a:blip r:embed="rId2"/>
          <a:stretch>
            <a:fillRect/>
          </a:stretch>
        </p:blipFill>
        <p:spPr>
          <a:xfrm>
            <a:off x="838200" y="1509219"/>
            <a:ext cx="4514973" cy="4983656"/>
          </a:xfrm>
          <a:prstGeom prst="rect">
            <a:avLst/>
          </a:prstGeom>
        </p:spPr>
      </p:pic>
      <p:sp>
        <p:nvSpPr>
          <p:cNvPr id="6" name="TextBox 5">
            <a:extLst>
              <a:ext uri="{FF2B5EF4-FFF2-40B4-BE49-F238E27FC236}">
                <a16:creationId xmlns:a16="http://schemas.microsoft.com/office/drawing/2014/main" id="{F19D6A32-E27A-4C62-B2DD-498F6D7468B6}"/>
              </a:ext>
            </a:extLst>
          </p:cNvPr>
          <p:cNvSpPr txBox="1"/>
          <p:nvPr/>
        </p:nvSpPr>
        <p:spPr>
          <a:xfrm>
            <a:off x="2146300" y="843240"/>
            <a:ext cx="9568622" cy="646331"/>
          </a:xfrm>
          <a:prstGeom prst="rect">
            <a:avLst/>
          </a:prstGeom>
          <a:noFill/>
        </p:spPr>
        <p:txBody>
          <a:bodyPr wrap="square" rtlCol="0">
            <a:spAutoFit/>
          </a:bodyPr>
          <a:lstStyle/>
          <a:p>
            <a:r>
              <a:rPr lang="en-US" dirty="0"/>
              <a:t>Mesh Created with </a:t>
            </a:r>
            <a:r>
              <a:rPr lang="en-US" dirty="0" err="1"/>
              <a:t>StylizedModularCharacter</a:t>
            </a:r>
            <a:r>
              <a:rPr lang="en-US" dirty="0"/>
              <a:t> Asset | Animation Taken From </a:t>
            </a:r>
            <a:r>
              <a:rPr lang="en-US" dirty="0" err="1"/>
              <a:t>ThirdPartyCharacterBP</a:t>
            </a:r>
            <a:endParaRPr lang="en-US" dirty="0"/>
          </a:p>
          <a:p>
            <a:endParaRPr lang="en-US" dirty="0"/>
          </a:p>
        </p:txBody>
      </p:sp>
      <p:pic>
        <p:nvPicPr>
          <p:cNvPr id="8" name="Picture 7">
            <a:extLst>
              <a:ext uri="{FF2B5EF4-FFF2-40B4-BE49-F238E27FC236}">
                <a16:creationId xmlns:a16="http://schemas.microsoft.com/office/drawing/2014/main" id="{38C3ADB4-2B28-4502-B970-AB8BA648EB26}"/>
              </a:ext>
            </a:extLst>
          </p:cNvPr>
          <p:cNvPicPr>
            <a:picLocks noChangeAspect="1"/>
          </p:cNvPicPr>
          <p:nvPr/>
        </p:nvPicPr>
        <p:blipFill>
          <a:blip r:embed="rId3"/>
          <a:stretch>
            <a:fillRect/>
          </a:stretch>
        </p:blipFill>
        <p:spPr>
          <a:xfrm>
            <a:off x="5683913" y="3962418"/>
            <a:ext cx="6031009" cy="2530457"/>
          </a:xfrm>
          <a:prstGeom prst="rect">
            <a:avLst/>
          </a:prstGeom>
        </p:spPr>
      </p:pic>
      <p:pic>
        <p:nvPicPr>
          <p:cNvPr id="10" name="Picture 9">
            <a:extLst>
              <a:ext uri="{FF2B5EF4-FFF2-40B4-BE49-F238E27FC236}">
                <a16:creationId xmlns:a16="http://schemas.microsoft.com/office/drawing/2014/main" id="{FA72A9C2-D553-4771-8909-9745F5BE15B7}"/>
              </a:ext>
            </a:extLst>
          </p:cNvPr>
          <p:cNvPicPr>
            <a:picLocks noChangeAspect="1"/>
          </p:cNvPicPr>
          <p:nvPr/>
        </p:nvPicPr>
        <p:blipFill>
          <a:blip r:embed="rId4"/>
          <a:stretch>
            <a:fillRect/>
          </a:stretch>
        </p:blipFill>
        <p:spPr>
          <a:xfrm>
            <a:off x="9028497" y="1509219"/>
            <a:ext cx="2686425" cy="2257740"/>
          </a:xfrm>
          <a:prstGeom prst="rect">
            <a:avLst/>
          </a:prstGeom>
        </p:spPr>
      </p:pic>
      <p:sp>
        <p:nvSpPr>
          <p:cNvPr id="11" name="TextBox 10">
            <a:extLst>
              <a:ext uri="{FF2B5EF4-FFF2-40B4-BE49-F238E27FC236}">
                <a16:creationId xmlns:a16="http://schemas.microsoft.com/office/drawing/2014/main" id="{60A05E48-2EB0-475E-BE4F-26A4C91E6DC0}"/>
              </a:ext>
            </a:extLst>
          </p:cNvPr>
          <p:cNvSpPr txBox="1"/>
          <p:nvPr/>
        </p:nvSpPr>
        <p:spPr>
          <a:xfrm>
            <a:off x="5791200" y="1509219"/>
            <a:ext cx="3074504" cy="2031325"/>
          </a:xfrm>
          <a:prstGeom prst="rect">
            <a:avLst/>
          </a:prstGeom>
          <a:noFill/>
        </p:spPr>
        <p:txBody>
          <a:bodyPr wrap="square" rtlCol="0">
            <a:spAutoFit/>
          </a:bodyPr>
          <a:lstStyle/>
          <a:p>
            <a:r>
              <a:rPr lang="en-US" dirty="0"/>
              <a:t>Variables used to store data for in game use and for saving game.</a:t>
            </a:r>
          </a:p>
          <a:p>
            <a:endParaRPr lang="en-US" dirty="0"/>
          </a:p>
          <a:p>
            <a:r>
              <a:rPr lang="en-US" dirty="0"/>
              <a:t>The construction blueprint below is what is used to create the mesh</a:t>
            </a:r>
          </a:p>
        </p:txBody>
      </p:sp>
    </p:spTree>
    <p:extLst>
      <p:ext uri="{BB962C8B-B14F-4D97-AF65-F5344CB8AC3E}">
        <p14:creationId xmlns:p14="http://schemas.microsoft.com/office/powerpoint/2010/main" val="3983297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8C789-B66C-4DF4-B46C-54377B6100C5}"/>
              </a:ext>
            </a:extLst>
          </p:cNvPr>
          <p:cNvSpPr>
            <a:spLocks noGrp="1"/>
          </p:cNvSpPr>
          <p:nvPr>
            <p:ph type="title"/>
          </p:nvPr>
        </p:nvSpPr>
        <p:spPr/>
        <p:txBody>
          <a:bodyPr/>
          <a:lstStyle/>
          <a:p>
            <a:r>
              <a:rPr lang="en-US" dirty="0"/>
              <a:t>Save/Load Game</a:t>
            </a:r>
          </a:p>
        </p:txBody>
      </p:sp>
      <p:pic>
        <p:nvPicPr>
          <p:cNvPr id="5" name="Content Placeholder 4">
            <a:extLst>
              <a:ext uri="{FF2B5EF4-FFF2-40B4-BE49-F238E27FC236}">
                <a16:creationId xmlns:a16="http://schemas.microsoft.com/office/drawing/2014/main" id="{A35D3813-6931-483B-8A42-95EC7E125D97}"/>
              </a:ext>
            </a:extLst>
          </p:cNvPr>
          <p:cNvPicPr>
            <a:picLocks noGrp="1" noChangeAspect="1"/>
          </p:cNvPicPr>
          <p:nvPr>
            <p:ph idx="1"/>
          </p:nvPr>
        </p:nvPicPr>
        <p:blipFill rotWithShape="1">
          <a:blip r:embed="rId2"/>
          <a:srcRect l="6784" t="43984" r="1407" b="4197"/>
          <a:stretch/>
        </p:blipFill>
        <p:spPr>
          <a:xfrm>
            <a:off x="3034749" y="1744141"/>
            <a:ext cx="8428382" cy="2254871"/>
          </a:xfrm>
        </p:spPr>
      </p:pic>
      <p:sp>
        <p:nvSpPr>
          <p:cNvPr id="6" name="TextBox 5">
            <a:extLst>
              <a:ext uri="{FF2B5EF4-FFF2-40B4-BE49-F238E27FC236}">
                <a16:creationId xmlns:a16="http://schemas.microsoft.com/office/drawing/2014/main" id="{3D91B6C5-2A25-4D5A-B65F-AB9CBB9544E3}"/>
              </a:ext>
            </a:extLst>
          </p:cNvPr>
          <p:cNvSpPr txBox="1"/>
          <p:nvPr/>
        </p:nvSpPr>
        <p:spPr>
          <a:xfrm>
            <a:off x="596349" y="1690688"/>
            <a:ext cx="2438400" cy="2308324"/>
          </a:xfrm>
          <a:prstGeom prst="rect">
            <a:avLst/>
          </a:prstGeom>
          <a:noFill/>
        </p:spPr>
        <p:txBody>
          <a:bodyPr wrap="square" rtlCol="0">
            <a:spAutoFit/>
          </a:bodyPr>
          <a:lstStyle/>
          <a:p>
            <a:r>
              <a:rPr lang="en-US" dirty="0"/>
              <a:t>Save and Load game is handled by two objects. The Polly object itself and the Save Game Blueprint. The latter just contains all of the variables that need to be saved.</a:t>
            </a:r>
          </a:p>
        </p:txBody>
      </p:sp>
      <p:pic>
        <p:nvPicPr>
          <p:cNvPr id="8" name="Picture 7">
            <a:extLst>
              <a:ext uri="{FF2B5EF4-FFF2-40B4-BE49-F238E27FC236}">
                <a16:creationId xmlns:a16="http://schemas.microsoft.com/office/drawing/2014/main" id="{D409C83F-0CDC-405D-AF25-E800FE194DD8}"/>
              </a:ext>
            </a:extLst>
          </p:cNvPr>
          <p:cNvPicPr>
            <a:picLocks noChangeAspect="1"/>
          </p:cNvPicPr>
          <p:nvPr/>
        </p:nvPicPr>
        <p:blipFill>
          <a:blip r:embed="rId3"/>
          <a:stretch>
            <a:fillRect/>
          </a:stretch>
        </p:blipFill>
        <p:spPr>
          <a:xfrm>
            <a:off x="596349" y="4194230"/>
            <a:ext cx="3771071" cy="1946164"/>
          </a:xfrm>
          <a:prstGeom prst="rect">
            <a:avLst/>
          </a:prstGeom>
        </p:spPr>
      </p:pic>
      <p:sp>
        <p:nvSpPr>
          <p:cNvPr id="9" name="TextBox 8">
            <a:extLst>
              <a:ext uri="{FF2B5EF4-FFF2-40B4-BE49-F238E27FC236}">
                <a16:creationId xmlns:a16="http://schemas.microsoft.com/office/drawing/2014/main" id="{C71F4BC7-F59B-4792-9A74-001E9CEBDE3B}"/>
              </a:ext>
            </a:extLst>
          </p:cNvPr>
          <p:cNvSpPr txBox="1"/>
          <p:nvPr/>
        </p:nvSpPr>
        <p:spPr>
          <a:xfrm>
            <a:off x="4585529" y="4567147"/>
            <a:ext cx="6680200" cy="1200329"/>
          </a:xfrm>
          <a:prstGeom prst="rect">
            <a:avLst/>
          </a:prstGeom>
          <a:noFill/>
        </p:spPr>
        <p:txBody>
          <a:bodyPr wrap="square" rtlCol="0">
            <a:spAutoFit/>
          </a:bodyPr>
          <a:lstStyle/>
          <a:p>
            <a:r>
              <a:rPr lang="en-US" dirty="0"/>
              <a:t>Although these two variables are currently unused, they are important as they will be used to measure two key metrics within the game. The players emotional level and the players math level. These will be used to adjust the difficulty of the minigames accordingly.</a:t>
            </a:r>
          </a:p>
        </p:txBody>
      </p:sp>
    </p:spTree>
    <p:extLst>
      <p:ext uri="{BB962C8B-B14F-4D97-AF65-F5344CB8AC3E}">
        <p14:creationId xmlns:p14="http://schemas.microsoft.com/office/powerpoint/2010/main" val="494674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AB5FB-4B35-4493-8996-3ACD2A2D7403}"/>
              </a:ext>
            </a:extLst>
          </p:cNvPr>
          <p:cNvSpPr>
            <a:spLocks noGrp="1"/>
          </p:cNvSpPr>
          <p:nvPr>
            <p:ph type="title"/>
          </p:nvPr>
        </p:nvSpPr>
        <p:spPr/>
        <p:txBody>
          <a:bodyPr/>
          <a:lstStyle/>
          <a:p>
            <a:r>
              <a:rPr lang="en-US" dirty="0"/>
              <a:t>Starting Cave</a:t>
            </a:r>
          </a:p>
        </p:txBody>
      </p:sp>
      <p:pic>
        <p:nvPicPr>
          <p:cNvPr id="5" name="Content Placeholder 4">
            <a:extLst>
              <a:ext uri="{FF2B5EF4-FFF2-40B4-BE49-F238E27FC236}">
                <a16:creationId xmlns:a16="http://schemas.microsoft.com/office/drawing/2014/main" id="{6F26813E-C866-4706-82A5-00A922808D96}"/>
              </a:ext>
            </a:extLst>
          </p:cNvPr>
          <p:cNvPicPr>
            <a:picLocks noGrp="1" noChangeAspect="1"/>
          </p:cNvPicPr>
          <p:nvPr>
            <p:ph idx="1"/>
          </p:nvPr>
        </p:nvPicPr>
        <p:blipFill>
          <a:blip r:embed="rId2"/>
          <a:stretch>
            <a:fillRect/>
          </a:stretch>
        </p:blipFill>
        <p:spPr>
          <a:xfrm>
            <a:off x="838200" y="1637334"/>
            <a:ext cx="6891666" cy="3276462"/>
          </a:xfrm>
        </p:spPr>
      </p:pic>
      <p:sp>
        <p:nvSpPr>
          <p:cNvPr id="6" name="TextBox 5">
            <a:extLst>
              <a:ext uri="{FF2B5EF4-FFF2-40B4-BE49-F238E27FC236}">
                <a16:creationId xmlns:a16="http://schemas.microsoft.com/office/drawing/2014/main" id="{FB1FBB80-2D88-453C-83E1-A7E23E9C5DD1}"/>
              </a:ext>
            </a:extLst>
          </p:cNvPr>
          <p:cNvSpPr txBox="1"/>
          <p:nvPr/>
        </p:nvSpPr>
        <p:spPr>
          <a:xfrm>
            <a:off x="7951304" y="1878595"/>
            <a:ext cx="3670853" cy="2862322"/>
          </a:xfrm>
          <a:prstGeom prst="rect">
            <a:avLst/>
          </a:prstGeom>
          <a:noFill/>
        </p:spPr>
        <p:txBody>
          <a:bodyPr wrap="square" rtlCol="0">
            <a:spAutoFit/>
          </a:bodyPr>
          <a:lstStyle/>
          <a:p>
            <a:r>
              <a:rPr lang="en-US" dirty="0"/>
              <a:t>While this can be used as a starting area for the character, it’s main job in the project so far has been to test different NPCs that can be indoors as well as other blueprints. </a:t>
            </a:r>
          </a:p>
          <a:p>
            <a:endParaRPr lang="en-US" dirty="0"/>
          </a:p>
          <a:p>
            <a:r>
              <a:rPr lang="en-US" dirty="0"/>
              <a:t>The torches and the fire were created using the same assets, singular stick meshes and the fire asset from </a:t>
            </a:r>
            <a:r>
              <a:rPr lang="en-US" dirty="0" err="1"/>
              <a:t>StarterContent</a:t>
            </a:r>
            <a:r>
              <a:rPr lang="en-US" dirty="0"/>
              <a:t>.</a:t>
            </a:r>
          </a:p>
        </p:txBody>
      </p:sp>
    </p:spTree>
    <p:extLst>
      <p:ext uri="{BB962C8B-B14F-4D97-AF65-F5344CB8AC3E}">
        <p14:creationId xmlns:p14="http://schemas.microsoft.com/office/powerpoint/2010/main" val="2312446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64481-AF54-48A7-93BF-78242FC34145}"/>
              </a:ext>
            </a:extLst>
          </p:cNvPr>
          <p:cNvSpPr>
            <a:spLocks noGrp="1"/>
          </p:cNvSpPr>
          <p:nvPr>
            <p:ph type="title"/>
          </p:nvPr>
        </p:nvSpPr>
        <p:spPr>
          <a:xfrm>
            <a:off x="611713" y="272429"/>
            <a:ext cx="10515600" cy="1325563"/>
          </a:xfrm>
        </p:spPr>
        <p:txBody>
          <a:bodyPr/>
          <a:lstStyle/>
          <a:p>
            <a:r>
              <a:rPr lang="en-US" dirty="0"/>
              <a:t>Starter Island</a:t>
            </a:r>
          </a:p>
        </p:txBody>
      </p:sp>
      <p:pic>
        <p:nvPicPr>
          <p:cNvPr id="5" name="Picture 4">
            <a:extLst>
              <a:ext uri="{FF2B5EF4-FFF2-40B4-BE49-F238E27FC236}">
                <a16:creationId xmlns:a16="http://schemas.microsoft.com/office/drawing/2014/main" id="{854FA084-7443-48DF-8A70-7A7823866428}"/>
              </a:ext>
            </a:extLst>
          </p:cNvPr>
          <p:cNvPicPr>
            <a:picLocks noChangeAspect="1"/>
          </p:cNvPicPr>
          <p:nvPr/>
        </p:nvPicPr>
        <p:blipFill>
          <a:blip r:embed="rId2"/>
          <a:stretch>
            <a:fillRect/>
          </a:stretch>
        </p:blipFill>
        <p:spPr>
          <a:xfrm>
            <a:off x="611713" y="1422162"/>
            <a:ext cx="6356531" cy="3043821"/>
          </a:xfrm>
          <a:prstGeom prst="rect">
            <a:avLst/>
          </a:prstGeom>
        </p:spPr>
      </p:pic>
      <p:sp>
        <p:nvSpPr>
          <p:cNvPr id="6" name="TextBox 5">
            <a:extLst>
              <a:ext uri="{FF2B5EF4-FFF2-40B4-BE49-F238E27FC236}">
                <a16:creationId xmlns:a16="http://schemas.microsoft.com/office/drawing/2014/main" id="{A81CBCB0-A364-495D-825E-F5B27D754F71}"/>
              </a:ext>
            </a:extLst>
          </p:cNvPr>
          <p:cNvSpPr txBox="1"/>
          <p:nvPr/>
        </p:nvSpPr>
        <p:spPr>
          <a:xfrm>
            <a:off x="7116417" y="1422162"/>
            <a:ext cx="4463870" cy="2585323"/>
          </a:xfrm>
          <a:prstGeom prst="rect">
            <a:avLst/>
          </a:prstGeom>
          <a:noFill/>
        </p:spPr>
        <p:txBody>
          <a:bodyPr wrap="square" rtlCol="0">
            <a:spAutoFit/>
          </a:bodyPr>
          <a:lstStyle/>
          <a:p>
            <a:r>
              <a:rPr lang="en-US" dirty="0"/>
              <a:t>The starter island was a small area that I designed to allow testing of minigames, NPCs, and other outdoor events while the main Island was being worked on. </a:t>
            </a:r>
          </a:p>
          <a:p>
            <a:endParaRPr lang="en-US" dirty="0"/>
          </a:p>
          <a:p>
            <a:r>
              <a:rPr lang="en-US" dirty="0"/>
              <a:t>This will be integrated into the final game as a tutorial island, where the user experiences what the game has to offer and how to interact, before setting sail to the main island. </a:t>
            </a:r>
          </a:p>
        </p:txBody>
      </p:sp>
      <p:sp>
        <p:nvSpPr>
          <p:cNvPr id="7" name="TextBox 6">
            <a:extLst>
              <a:ext uri="{FF2B5EF4-FFF2-40B4-BE49-F238E27FC236}">
                <a16:creationId xmlns:a16="http://schemas.microsoft.com/office/drawing/2014/main" id="{D8F6221D-9615-4A51-87DD-80934C52E78E}"/>
              </a:ext>
            </a:extLst>
          </p:cNvPr>
          <p:cNvSpPr txBox="1"/>
          <p:nvPr/>
        </p:nvSpPr>
        <p:spPr>
          <a:xfrm>
            <a:off x="611713" y="4611757"/>
            <a:ext cx="10968574" cy="1477328"/>
          </a:xfrm>
          <a:prstGeom prst="rect">
            <a:avLst/>
          </a:prstGeom>
          <a:noFill/>
        </p:spPr>
        <p:txBody>
          <a:bodyPr wrap="square" rtlCol="0">
            <a:spAutoFit/>
          </a:bodyPr>
          <a:lstStyle/>
          <a:p>
            <a:r>
              <a:rPr lang="en-US" dirty="0"/>
              <a:t>Featured currently on this small island is a quest to collect coins, which after completing, allows the user to entire into a minigame. The island is accessed via an animated door from the starter cave. </a:t>
            </a:r>
          </a:p>
          <a:p>
            <a:endParaRPr lang="en-US" dirty="0"/>
          </a:p>
          <a:p>
            <a:r>
              <a:rPr lang="en-US" dirty="0"/>
              <a:t>Also, featured here,  are two stag deer that move at random, switching between different animations. They will move away from the user if they get too close. This feature can be easily replicated to many other animals</a:t>
            </a:r>
          </a:p>
        </p:txBody>
      </p:sp>
    </p:spTree>
    <p:extLst>
      <p:ext uri="{BB962C8B-B14F-4D97-AF65-F5344CB8AC3E}">
        <p14:creationId xmlns:p14="http://schemas.microsoft.com/office/powerpoint/2010/main" val="26265317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9F572-45A5-4379-B1B1-03C5AE791A91}"/>
              </a:ext>
            </a:extLst>
          </p:cNvPr>
          <p:cNvSpPr>
            <a:spLocks noGrp="1"/>
          </p:cNvSpPr>
          <p:nvPr>
            <p:ph type="title"/>
          </p:nvPr>
        </p:nvSpPr>
        <p:spPr/>
        <p:txBody>
          <a:bodyPr/>
          <a:lstStyle/>
          <a:p>
            <a:r>
              <a:rPr lang="en-US" dirty="0"/>
              <a:t>Where do we go from here?</a:t>
            </a:r>
          </a:p>
        </p:txBody>
      </p:sp>
      <p:sp>
        <p:nvSpPr>
          <p:cNvPr id="3" name="Content Placeholder 2">
            <a:extLst>
              <a:ext uri="{FF2B5EF4-FFF2-40B4-BE49-F238E27FC236}">
                <a16:creationId xmlns:a16="http://schemas.microsoft.com/office/drawing/2014/main" id="{E223E822-5AFE-45C9-92EE-E83E774B1323}"/>
              </a:ext>
            </a:extLst>
          </p:cNvPr>
          <p:cNvSpPr>
            <a:spLocks noGrp="1"/>
          </p:cNvSpPr>
          <p:nvPr>
            <p:ph idx="1"/>
          </p:nvPr>
        </p:nvSpPr>
        <p:spPr/>
        <p:txBody>
          <a:bodyPr>
            <a:normAutofit fontScale="92500"/>
          </a:bodyPr>
          <a:lstStyle/>
          <a:p>
            <a:pPr marL="0" indent="0">
              <a:buNone/>
            </a:pPr>
            <a:r>
              <a:rPr lang="en-US" dirty="0"/>
              <a:t>The project so far has taken baby steps while each of the group members learn to utilize the Unreal Engine. However, now that we have gotten to grips with it and created a skeleton of what we need for the main game the goals are as follows:</a:t>
            </a:r>
          </a:p>
          <a:p>
            <a:r>
              <a:rPr lang="en-US" dirty="0"/>
              <a:t>Populate the main Island</a:t>
            </a:r>
          </a:p>
          <a:p>
            <a:r>
              <a:rPr lang="en-US" dirty="0"/>
              <a:t>Implement the Math/Emotional Level system that we can run reports from</a:t>
            </a:r>
          </a:p>
          <a:p>
            <a:r>
              <a:rPr lang="en-US" dirty="0"/>
              <a:t>Create a more diverse and alive world with many more different NPCs and animals that are part of a living, breathing world. </a:t>
            </a:r>
          </a:p>
          <a:p>
            <a:r>
              <a:rPr lang="en-US" dirty="0"/>
              <a:t>Ensure the menu system is intuitive, easy to understand and use and has access to the reporting system. </a:t>
            </a:r>
          </a:p>
        </p:txBody>
      </p:sp>
    </p:spTree>
    <p:extLst>
      <p:ext uri="{BB962C8B-B14F-4D97-AF65-F5344CB8AC3E}">
        <p14:creationId xmlns:p14="http://schemas.microsoft.com/office/powerpoint/2010/main" val="1192534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478</Words>
  <Application>Microsoft Office PowerPoint</Application>
  <PresentationFormat>Widescreen</PresentationFormat>
  <Paragraphs>32</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Project Pirate Island</vt:lpstr>
      <vt:lpstr>PowerPoint Presentation</vt:lpstr>
      <vt:lpstr>PowerPoint Presentation</vt:lpstr>
      <vt:lpstr>PowerPoint Presentation</vt:lpstr>
      <vt:lpstr>PowerPoint Presentation</vt:lpstr>
      <vt:lpstr>Polly</vt:lpstr>
      <vt:lpstr>Save/Load Game</vt:lpstr>
      <vt:lpstr>Starting Cave</vt:lpstr>
      <vt:lpstr>Starter Island</vt:lpstr>
      <vt:lpstr>Where do we go from here?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Pirate Island</dc:title>
  <dc:creator>Jamie Reid</dc:creator>
  <cp:lastModifiedBy>Jamie Reid</cp:lastModifiedBy>
  <cp:revision>6</cp:revision>
  <dcterms:created xsi:type="dcterms:W3CDTF">2021-03-06T20:14:56Z</dcterms:created>
  <dcterms:modified xsi:type="dcterms:W3CDTF">2021-03-06T20:46:55Z</dcterms:modified>
</cp:coreProperties>
</file>